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6217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9106"/>
            <a:ext cx="8046720" cy="804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vs Sparse vs Hybrid RAG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2925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Multi-Dataset Benchmarking: SQuAD &amp; TriviaQA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329184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91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(FAISS)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54680" y="329184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3154680" y="3291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(BM25)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329184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0" y="3291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(RRF)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 QA Generator: deepset/roberta-base-squad2  |  300 queries per dataset  |  95% Bootstrap CI</a:t>
            </a:r>
            <a:endParaRPr lang="en-US" sz="100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24E73DD0-9401-F94F-B98B-D2602F2D5B01}"/>
              </a:ext>
            </a:extLst>
          </p:cNvPr>
          <p:cNvSpPr/>
          <p:nvPr/>
        </p:nvSpPr>
        <p:spPr>
          <a:xfrm>
            <a:off x="548640" y="2267355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Keshav Gupta and Mudassir Iftikhar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Question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retrieval strategy works best for RAG?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retrieval uses semantic embeddings (FAISS)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retrieval uses exact keyword matching (BM25)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fuses both via Reciprocal Rank Fusion (RRF)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results generalise across different QA styles?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Datasets?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60020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SQuAD: written while reading the passage → high lexical overlap → BM25 expected to win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TriviaQA: trivia-style, paraphrased questions → semantic matching needed → Dense expected to win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both tests whether findings generalise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cherry-picking results from one favourable dataset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Structure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920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10972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/ TriviaQA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loader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schema)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2651760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42032" y="1005840"/>
            <a:ext cx="1920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27832" y="1097280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3227832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33472" y="1691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33472" y="214884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Token-window splitter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tokens / 50 overlap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62272" y="2651760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18304" y="1005840"/>
            <a:ext cx="1920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04104" y="109728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404104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9744" y="1691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9744" y="214884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Dense: FAISS + MiniLM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Sparse: BM25 Okapi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RRF fusion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38544" y="2651760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94576" y="1005840"/>
            <a:ext cx="1920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580376" y="1097280"/>
            <a:ext cx="502920" cy="50292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3" name="Text 21"/>
          <p:cNvSpPr/>
          <p:nvPr/>
        </p:nvSpPr>
        <p:spPr>
          <a:xfrm>
            <a:off x="7580376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86016" y="1691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86016" y="214884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roberta-base-squad2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 span selection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hallucinate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Exact Match (EM)  |  F1 Score  |  Retrieval Hit Rate (RHR)  |  Bootstrap 95% CI (n=1000)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Details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5943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Question Answering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written while reading the passage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lexical overlap between question &amp; answer context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verbatim text spans from the passage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corpus passages · 300 evaluation queries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split used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winner: BM25 (keyword matching advantage)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05840"/>
            <a:ext cx="402336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TriviaQA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12984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Trivia-Style RC Dataset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169164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Trivia-style questions, independently composed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Paraphrased phrasing – exact keywords rarely shared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include canonical value + all aliases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Wikipedia passages · 300 evaluation queries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rc.wikipedia split used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winner: Dense (semantic matching advantage)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Results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22960"/>
            <a:ext cx="5303520" cy="3291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806440" y="822960"/>
            <a:ext cx="2971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943600" y="914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806440" y="1325880"/>
            <a:ext cx="2971800" cy="457200"/>
          </a:xfrm>
          <a:prstGeom prst="rect">
            <a:avLst/>
          </a:prstGeom>
          <a:solidFill>
            <a:srgbClr val="DDE3EB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24728" y="1371600"/>
            <a:ext cx="71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556248" y="1371600"/>
            <a:ext cx="71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287768" y="1371600"/>
            <a:ext cx="71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019288" y="1371600"/>
            <a:ext cx="71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06440" y="1783080"/>
            <a:ext cx="2971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24728" y="1828800"/>
            <a:ext cx="71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556248" y="1828800"/>
            <a:ext cx="71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287768" y="1828800"/>
            <a:ext cx="71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019288" y="1828800"/>
            <a:ext cx="71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806440" y="2240280"/>
            <a:ext cx="2971800" cy="457200"/>
          </a:xfrm>
          <a:prstGeom prst="rect">
            <a:avLst/>
          </a:prstGeom>
          <a:solidFill>
            <a:srgbClr val="EEF8F6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24728" y="2286000"/>
            <a:ext cx="71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556248" y="2286000"/>
            <a:ext cx="71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287768" y="2286000"/>
            <a:ext cx="71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019288" y="2286000"/>
            <a:ext cx="71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806440" y="2697480"/>
            <a:ext cx="2971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24728" y="2743200"/>
            <a:ext cx="71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556248" y="2743200"/>
            <a:ext cx="71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287768" y="2743200"/>
            <a:ext cx="71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8019288" y="2743200"/>
            <a:ext cx="71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824728" y="32461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Sparse &amp; Hybrid tie on F1 (0.70)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Hybrid &amp; Sparse lead RHR (0.82)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Dense lags 6pp in F1 vs others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65760" y="4251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hypothesis confirmed on SQuAD: lexical overlap benefits keyword retrieval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TriviaQA Results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22960"/>
            <a:ext cx="5303520" cy="3291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806440" y="822960"/>
            <a:ext cx="2971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943600" y="914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806440" y="1325880"/>
            <a:ext cx="2971800" cy="457200"/>
          </a:xfrm>
          <a:prstGeom prst="rect">
            <a:avLst/>
          </a:prstGeom>
          <a:solidFill>
            <a:srgbClr val="DDE3EB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24728" y="1371600"/>
            <a:ext cx="71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556248" y="1371600"/>
            <a:ext cx="71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287768" y="1371600"/>
            <a:ext cx="71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019288" y="1371600"/>
            <a:ext cx="71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06440" y="1783080"/>
            <a:ext cx="2971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24728" y="1828800"/>
            <a:ext cx="71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556248" y="1828800"/>
            <a:ext cx="71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287768" y="1828800"/>
            <a:ext cx="71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019288" y="1828800"/>
            <a:ext cx="71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806440" y="2240280"/>
            <a:ext cx="2971800" cy="457200"/>
          </a:xfrm>
          <a:prstGeom prst="rect">
            <a:avLst/>
          </a:prstGeom>
          <a:solidFill>
            <a:srgbClr val="EEF8F6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24728" y="2286000"/>
            <a:ext cx="71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556248" y="2286000"/>
            <a:ext cx="71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287768" y="2286000"/>
            <a:ext cx="71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019288" y="2286000"/>
            <a:ext cx="71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806440" y="2697480"/>
            <a:ext cx="2971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24728" y="2743200"/>
            <a:ext cx="71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556248" y="2743200"/>
            <a:ext cx="71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287768" y="2743200"/>
            <a:ext cx="71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8019288" y="2743200"/>
            <a:ext cx="71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824728" y="32461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Dense leads F1 (0.46) &amp; RHR (0.80)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Hybrid close behind (F1 0.47 ≈ Dense)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Sparse drops 3pp vs Dense in F1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65760" y="4251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hypothesis confirmed on TriviaQA: semantic matching handles paraphrased questions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Generalisation Gap: TriviaQA − SQuAD F1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22960"/>
            <a:ext cx="5029200" cy="32461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32120" y="822959"/>
            <a:ext cx="3246120" cy="3645279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669280" y="914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Tells Us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669280" y="1371600"/>
            <a:ext cx="2926080" cy="457200"/>
          </a:xfrm>
          <a:prstGeom prst="rect">
            <a:avLst/>
          </a:prstGeom>
          <a:solidFill>
            <a:srgbClr val="FEF3F2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0" y="138988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Dense: −0.183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0" y="1920240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00" y="19385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−0.230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0" y="2468880"/>
            <a:ext cx="2926080" cy="457200"/>
          </a:xfrm>
          <a:prstGeom prst="rect">
            <a:avLst/>
          </a:prstGeom>
          <a:solidFill>
            <a:srgbClr val="FEF3F2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0" y="248716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Sparse: −0.272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669280" y="3063239"/>
            <a:ext cx="2971800" cy="12573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pipelines score lower on TriviaQA — paraphrased QA is inherently harder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suffers the most (−0.272): BM25 keyword advantage disappears completely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is the most robust across datasets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falls between — RRF couldn't fully recover from BM25's TriviaQA weakness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" y="4695865"/>
            <a:ext cx="8412480" cy="1952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retrieval is the least generalisable pipeline — avoid for paraphrased or semantic QA tasks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 Analysis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4160520" cy="292608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822960"/>
            <a:ext cx="4160520" cy="29260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74320" y="377647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617720" y="377647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TriviaQA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274320" y="406908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SQuAD: </a:t>
            </a: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succeeds 61–82% of the time; generator fails on 18–21% of hits → generator is the bottleneck.   </a:t>
            </a: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TriviaQA: </a:t>
            </a: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36–39% end-to-end success; 40–43% of queries have correct retrieval but failed generation → TriviaQA is much harder for the extractive model.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97480" cy="1645920"/>
          </a:xfrm>
          <a:prstGeom prst="rect">
            <a:avLst/>
          </a:prstGeom>
          <a:solidFill>
            <a:srgbClr val="1E3A6E"/>
          </a:solidFill>
          <a:ln w="12700">
            <a:solidFill>
              <a:srgbClr val="2D4F8E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54864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85216" y="116128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Dataset matters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85216" y="152704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Sparse/BM25 wins on SQuAD (lexical overlap). Dense wins on TriviaQA (semantic). No single retriever dominates both.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64992" y="1051560"/>
            <a:ext cx="2697480" cy="1645920"/>
          </a:xfrm>
          <a:prstGeom prst="rect">
            <a:avLst/>
          </a:prstGeom>
          <a:solidFill>
            <a:srgbClr val="1E3A6E"/>
          </a:solidFill>
          <a:ln w="12700">
            <a:solidFill>
              <a:srgbClr val="2D4F8E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64992" y="1051560"/>
            <a:ext cx="54864" cy="1645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3493008" y="116128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Hybrid is the safe bet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93008" y="152704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hybrid ties for best on SQuAD and near-best on TriviaQA. Best overall mean F1 (0.58) with only 4% latency overhead.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72784" y="1051560"/>
            <a:ext cx="2697480" cy="1645920"/>
          </a:xfrm>
          <a:prstGeom prst="rect">
            <a:avLst/>
          </a:prstGeom>
          <a:solidFill>
            <a:srgbClr val="1E3A6E"/>
          </a:solidFill>
          <a:ln w="12700">
            <a:solidFill>
              <a:srgbClr val="2D4F8E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72784" y="1051560"/>
            <a:ext cx="54864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16128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Sparse doesn't generalise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152704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has the largest generalisation gap (−0.272). Avoid for diverse or paraphrased query types.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2697480" cy="1645920"/>
          </a:xfrm>
          <a:prstGeom prst="rect">
            <a:avLst/>
          </a:prstGeom>
          <a:solidFill>
            <a:srgbClr val="1E3A6E"/>
          </a:solidFill>
          <a:ln w="12700">
            <a:solidFill>
              <a:srgbClr val="2D4F8E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34640"/>
            <a:ext cx="54864" cy="164592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7" name="Text 15"/>
          <p:cNvSpPr/>
          <p:nvPr/>
        </p:nvSpPr>
        <p:spPr>
          <a:xfrm>
            <a:off x="585216" y="294436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Generator is a bottleneck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" y="331012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TriviaQA: 40–43% of queries have correct retrieval but wrong generation. Upgrading the generator may matter more than improving retrieval.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64992" y="2834640"/>
            <a:ext cx="2697480" cy="1645920"/>
          </a:xfrm>
          <a:prstGeom prst="rect">
            <a:avLst/>
          </a:prstGeom>
          <a:solidFill>
            <a:srgbClr val="1E3A6E"/>
          </a:solidFill>
          <a:ln w="12700">
            <a:solidFill>
              <a:srgbClr val="2D4F8E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64992" y="2834640"/>
            <a:ext cx="54864" cy="16459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1" name="Text 19"/>
          <p:cNvSpPr/>
          <p:nvPr/>
        </p:nvSpPr>
        <p:spPr>
          <a:xfrm>
            <a:off x="3493008" y="294436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Latency is almost equal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93008" y="331012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Dense: 1.03s | Hybrid: 1.07s | Sparse: 1.08s. Retrieval cost is negligible vs generation. Hybrid adds no meaningful overhead.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72784" y="2834640"/>
            <a:ext cx="2697480" cy="1645920"/>
          </a:xfrm>
          <a:prstGeom prst="rect">
            <a:avLst/>
          </a:prstGeom>
          <a:solidFill>
            <a:srgbClr val="1E3A6E"/>
          </a:solidFill>
          <a:ln w="12700">
            <a:solidFill>
              <a:srgbClr val="2D4F8E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72784" y="2834640"/>
            <a:ext cx="54864" cy="16459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294436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RHR vs F1 gap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331012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RHR but low F1 confirms the generator, not the retriever, is the main source of failure on both datasets.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751</Words>
  <Application>Microsoft Office PowerPoint</Application>
  <PresentationFormat>On-screen Show (16:9)</PresentationFormat>
  <Paragraphs>137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Dense vs Sparse vs Hybrid RAG</dc:title>
  <dc:subject>PptxGenJS Presentation</dc:subject>
  <dc:creator>PptxGenJS</dc:creator>
  <cp:lastModifiedBy>keshav gupta</cp:lastModifiedBy>
  <cp:revision>3</cp:revision>
  <dcterms:created xsi:type="dcterms:W3CDTF">2026-05-09T06:11:24Z</dcterms:created>
  <dcterms:modified xsi:type="dcterms:W3CDTF">2026-05-10T08:01:02Z</dcterms:modified>
</cp:coreProperties>
</file>